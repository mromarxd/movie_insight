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 Insight - Objetivo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Crear una plataforma web para buscar peliculas (OMDb), guardar favoritos y anadir valoraciones personales.</a:t>
            </a:r>
          </a:p>
          <a:p>
            <a:pPr/>
            <a:r>
              <a:t>Ofrecer una API REST y una interfaz HTML5 sobre una arquitectura de microservicios.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Funcionalidades, APIs y modelo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Busqueda exacta y busqueda por lista con paginado y filtros (year, genre).</a:t>
            </a:r>
          </a:p>
          <a:p>
            <a:pPr/>
            <a:r>
              <a:t>Trending automatico desde OMDb.</a:t>
            </a:r>
          </a:p>
          <a:p>
            <a:pPr/>
            <a:r>
              <a:t>Auth JWT: registro e inicio de sesion.</a:t>
            </a:r>
          </a:p>
          <a:p>
            <a:pPr/>
            <a:r>
              <a:t>Favoritos con rating (1-5) y comentario.</a:t>
            </a:r>
          </a:p>
          <a:p>
            <a:pPr/>
            <a:r>
              <a:t>Auditoria relacional de acciones (add/update/delete).</a:t>
            </a:r>
          </a:p>
          <a:p>
            <a:pPr/>
            <a:r>
              <a:t>Modelo: User{username,email,passwordHash,favorites[]}, Favorite{imdbid,rating,comment,addedAt}, Movie cache, FavoriteLog(Postgres).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y tecnologias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Gateway (Node/Express) sirve UI y proxy a APIs.</a:t>
            </a:r>
          </a:p>
          <a:p>
            <a:pPr/>
            <a:r>
              <a:t>Movie-service (Python/Flask) consulta OMDb y cachea en Mongo.</a:t>
            </a:r>
          </a:p>
          <a:p>
            <a:pPr/>
            <a:r>
              <a:t>User-service (Node) maneja auth y favoritos en Mongo; logs en Postgres.</a:t>
            </a:r>
          </a:p>
          <a:p>
            <a:pPr/>
            <a:r>
              <a:t>API Gateway central y OpenAPI 3.0.</a:t>
            </a:r>
          </a:p>
          <a:p>
            <a:pPr/>
            <a:r>
              <a:t>Aplicacion MPA (index.html + favorites.html), HTML5 + JS.</a:t>
            </a:r>
          </a:p>
          <a:p>
            <a:pPr/>
            <a:r>
              <a:t>Docker y Docker-compose para despliegue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Lecciones aprendidas y aspectos destacados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Diseno de microservicios y comunicacion via gateway.</a:t>
            </a:r>
          </a:p>
          <a:p>
            <a:pPr/>
            <a:r>
              <a:t>Cache con TTL para reducir llamadas a OMDb.</a:t>
            </a:r>
          </a:p>
          <a:p>
            <a:pPr/>
            <a:r>
              <a:t>JWT para proteger endpoints y control de permisos.</a:t>
            </a:r>
          </a:p>
          <a:p>
            <a:pPr/>
            <a:r>
              <a:t>Uso combinado de BBDD no relacional (Mongo) y relacional (Postgres).</a:t>
            </a:r>
          </a:p>
          <a:p>
            <a:pPr/>
            <a:r>
              <a:t>UX mejorada con toasts, loader y rating visual.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y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Demo: registrar usuario, iniciar sesion, buscar pelicula, guardar favorito, editar rating y ver auditoria.</a:t>
            </a:r>
          </a:p>
          <a:p>
            <a:pPr/>
            <a:r>
              <a:t>Conclusiones: arquitectura escalable, APIs claras y experiencia de usuario completa.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